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edeadd98154096" /><Relationship Type="http://schemas.openxmlformats.org/officeDocument/2006/relationships/extended-properties" Target="/docProps/app.xml" Id="R8a32b415cabb42c8" /><Relationship Type="http://schemas.openxmlformats.org/officeDocument/2006/relationships/officeDocument" Target="/ppt/presentation.xml" Id="Rfc80d2b25f6043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7eef7a80304b99"/>
  </p:sldMasterIdLst>
  <p:notesMasterIdLst>
    <p:notesMasterId xmlns:r="http://schemas.openxmlformats.org/officeDocument/2006/relationships" r:id="R66c4033587764483"/>
  </p:notesMasterIdLst>
  <p:sldIdLst>
    <p:sldId xmlns:r="http://schemas.openxmlformats.org/officeDocument/2006/relationships" id="256" r:id="R2b505e9f721a4dcd"/>
    <p:sldId xmlns:r="http://schemas.openxmlformats.org/officeDocument/2006/relationships" id="257" r:id="R84ceb90b6a5d4e81"/>
    <p:sldId xmlns:r="http://schemas.openxmlformats.org/officeDocument/2006/relationships" id="258" r:id="R4b1cb537b7304cb8"/>
    <p:sldId xmlns:r="http://schemas.openxmlformats.org/officeDocument/2006/relationships" id="259" r:id="R332e19e57a1a439f"/>
    <p:sldId xmlns:r="http://schemas.openxmlformats.org/officeDocument/2006/relationships" id="260" r:id="Rc4e48407e7944a4c"/>
    <p:sldId xmlns:r="http://schemas.openxmlformats.org/officeDocument/2006/relationships" id="261" r:id="Rf322ef6be763458a"/>
    <p:sldId xmlns:r="http://schemas.openxmlformats.org/officeDocument/2006/relationships" id="262" r:id="R8abcc7327c514c55"/>
    <p:sldId xmlns:r="http://schemas.openxmlformats.org/officeDocument/2006/relationships" id="263" r:id="R225f6c10c297485e"/>
    <p:sldId xmlns:r="http://schemas.openxmlformats.org/officeDocument/2006/relationships" id="264" r:id="R8bdf28e5f66d4cc0"/>
    <p:sldId xmlns:r="http://schemas.openxmlformats.org/officeDocument/2006/relationships" id="265" r:id="Rd829ba3a71544a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8181e23f284698" /><Relationship Type="http://schemas.openxmlformats.org/officeDocument/2006/relationships/slideMaster" Target="/ppt/slideMasters/slideMaster1.xml" Id="R677eef7a80304b99" /><Relationship Type="http://schemas.openxmlformats.org/officeDocument/2006/relationships/notesMaster" Target="/ppt/notesMasters/notesMaster1.xml" Id="R66c4033587764483" /><Relationship Type="http://schemas.openxmlformats.org/officeDocument/2006/relationships/presProps" Target="/ppt/presProps.xml" Id="R6fb622ded68f4474" /><Relationship Type="http://schemas.openxmlformats.org/officeDocument/2006/relationships/tableStyles" Target="/ppt/tableStyles.xml" Id="R8fa0a5dc45d14232" /><Relationship Type="http://schemas.openxmlformats.org/officeDocument/2006/relationships/slide" Target="/ppt/slides/slide1.xml" Id="R2b505e9f721a4dcd" /><Relationship Type="http://schemas.openxmlformats.org/officeDocument/2006/relationships/slide" Target="/ppt/slides/slide2.xml" Id="R84ceb90b6a5d4e81" /><Relationship Type="http://schemas.openxmlformats.org/officeDocument/2006/relationships/slide" Target="/ppt/slides/slide3.xml" Id="R4b1cb537b7304cb8" /><Relationship Type="http://schemas.openxmlformats.org/officeDocument/2006/relationships/slide" Target="/ppt/slides/slide4.xml" Id="R332e19e57a1a439f" /><Relationship Type="http://schemas.openxmlformats.org/officeDocument/2006/relationships/slide" Target="/ppt/slides/slide5.xml" Id="Rc4e48407e7944a4c" /><Relationship Type="http://schemas.openxmlformats.org/officeDocument/2006/relationships/slide" Target="/ppt/slides/slide6.xml" Id="Rf322ef6be763458a" /><Relationship Type="http://schemas.openxmlformats.org/officeDocument/2006/relationships/slide" Target="/ppt/slides/slide7.xml" Id="R8abcc7327c514c55" /><Relationship Type="http://schemas.openxmlformats.org/officeDocument/2006/relationships/slide" Target="/ppt/slides/slide8.xml" Id="R225f6c10c297485e" /><Relationship Type="http://schemas.openxmlformats.org/officeDocument/2006/relationships/slide" Target="/ppt/slides/slide9.xml" Id="R8bdf28e5f66d4cc0" /><Relationship Type="http://schemas.openxmlformats.org/officeDocument/2006/relationships/slide" Target="/ppt/slides/slide10.xml" Id="Rd829ba3a71544a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9eb968712f4f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afac4aa1684861" /><Relationship Type="http://schemas.openxmlformats.org/officeDocument/2006/relationships/notesMaster" Target="/ppt/notesMasters/notesMaster1.xml" Id="Rbec8a65a7fce4f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b72859d3aa4e39" /><Relationship Type="http://schemas.openxmlformats.org/officeDocument/2006/relationships/notesMaster" Target="/ppt/notesMasters/notesMaster1.xml" Id="R8aece81639394f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80a96bbd8443df" /><Relationship Type="http://schemas.openxmlformats.org/officeDocument/2006/relationships/notesMaster" Target="/ppt/notesMasters/notesMaster1.xml" Id="R04f31c0e19394a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b9e3ea9e9241d4" /><Relationship Type="http://schemas.openxmlformats.org/officeDocument/2006/relationships/notesMaster" Target="/ppt/notesMasters/notesMaster1.xml" Id="Rc10dd98fec7d49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c9494bcdf04b8d" /><Relationship Type="http://schemas.openxmlformats.org/officeDocument/2006/relationships/notesMaster" Target="/ppt/notesMasters/notesMaster1.xml" Id="R80b83c6b59524a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98735f99be4d05" /><Relationship Type="http://schemas.openxmlformats.org/officeDocument/2006/relationships/notesMaster" Target="/ppt/notesMasters/notesMaster1.xml" Id="R3a84b909fe1940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dfab5788454463" /><Relationship Type="http://schemas.openxmlformats.org/officeDocument/2006/relationships/notesMaster" Target="/ppt/notesMasters/notesMaster1.xml" Id="Rf9a39f1b609941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56242bbc804db5" /><Relationship Type="http://schemas.openxmlformats.org/officeDocument/2006/relationships/notesMaster" Target="/ppt/notesMasters/notesMaster1.xml" Id="Rda6a8258f5174c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897c34b0fe4501" /><Relationship Type="http://schemas.openxmlformats.org/officeDocument/2006/relationships/notesMaster" Target="/ppt/notesMasters/notesMaster1.xml" Id="R709577bd1ea243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45562d658e4655" /><Relationship Type="http://schemas.openxmlformats.org/officeDocument/2006/relationships/notesMaster" Target="/ppt/notesMasters/notesMaster1.xml" Id="R23f40e6e3d524b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README.md, MEMBER2.md, MEMBER3_REVIEW.md and sql/schema.sql in https://github.com/Sanjay-AI-ML/email-management-work/tree/feature/gmail-integration. Screenshots use fictional demo data. Live Google authorization and delivery require the user’s Desktop OAuth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README.md, MEMBER2.md, MEMBER3_REVIEW.md and sql/schema.sql in https://github.com/Sanjay-AI-ML/email-management-work/tree/feature/gmail-integration. Screenshots use fictional demo data. Live Google authorization and delivery require the user’s Desktop OAuth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README.md, MEMBER2.md, MEMBER3_REVIEW.md and sql/schema.sql in https://github.com/Sanjay-AI-ML/email-management-work/tree/feature/gmail-integration. Screenshots use fictional demo data. Live Google authorization and delivery require the user’s Desktop OAuth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README.md, MEMBER2.md, MEMBER3_REVIEW.md and sql/schema.sql in https://github.com/Sanjay-AI-ML/email-management-work/tree/feature/gmail-integration. Screenshots use fictional demo data. Live Google authorization and delivery require the user’s Desktop OAuth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README.md, MEMBER2.md, MEMBER3_REVIEW.md and sql/schema.sql in https://github.com/Sanjay-AI-ML/email-management-work/tree/feature/gmail-integration. Screenshots use fictional demo data. Live Google authorization and delivery require the user’s Desktop OAuth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README.md, MEMBER2.md, MEMBER3_REVIEW.md and sql/schema.sql in https://github.com/Sanjay-AI-ML/email-management-work/tree/feature/gmail-integration. Screenshots use fictional demo data. Live Google authorization and delivery require the user’s Desktop OAuth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README.md, MEMBER2.md, MEMBER3_REVIEW.md and sql/schema.sql in https://github.com/Sanjay-AI-ML/email-management-work/tree/feature/gmail-integration. Screenshots use fictional demo data. Live Google authorization and delivery require the user’s Desktop OAuth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README.md, MEMBER2.md, MEMBER3_REVIEW.md and sql/schema.sql in https://github.com/Sanjay-AI-ML/email-management-work/tree/feature/gmail-integration. Screenshots use fictional demo data. Live Google authorization and delivery require the user’s Desktop OAuth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README.md, MEMBER2.md, MEMBER3_REVIEW.md and sql/schema.sql in https://github.com/Sanjay-AI-ML/email-management-work/tree/feature/gmail-integration. Screenshots use fictional demo data. Live Google authorization and delivery require the user’s Desktop OAuth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README.md, MEMBER2.md, MEMBER3_REVIEW.md and sql/schema.sql in https://github.com/Sanjay-AI-ML/email-management-work/tree/feature/gmail-integration. Screenshots use fictional demo data. Live Google authorization and delivery require the user’s Desktop OAuth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83d44c30a47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783df661b4b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20bbc510a40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c3f2917cfd40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c237725bc4a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73c1ee2bd44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F932D5-8ABA-4D98-839B-7672B906A0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887FD1-BAF2-42F9-ACC6-BF4838080C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82E5BF-C5D8-4DD5-A54F-B0B3A5A7D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2250CF-E1F7-402A-AFE3-EB941EBD1B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E867172-E01B-49F3-8873-6F4FF6399F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5FF396-1B82-4FC2-998B-2BA8D0E599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2D7226-842D-4E2D-A122-D0715D836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1899B3-5473-4964-AA78-A47BC0AC5A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708A49-F84B-45E8-81A8-3FD2CFD99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2A87F6-38E0-49B1-81C7-C2A32E6BE7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9144d16ae5493e" /><Relationship Type="http://schemas.openxmlformats.org/officeDocument/2006/relationships/slideLayout" Target="/ppt/slideLayouts/slideLayout1.xml" Id="R2709104ce7bd4e70" /><Relationship Type="http://schemas.openxmlformats.org/officeDocument/2006/relationships/slideLayout" Target="/ppt/slideLayouts/slideLayout2.xml" Id="Rf7479d0dc5fd43fd" /><Relationship Type="http://schemas.openxmlformats.org/officeDocument/2006/relationships/slideLayout" Target="/ppt/slideLayouts/slideLayout3.xml" Id="R7cda0a40f26f4161" /><Relationship Type="http://schemas.openxmlformats.org/officeDocument/2006/relationships/slideLayout" Target="/ppt/slideLayouts/slideLayout4.xml" Id="Re0b42bde66174d61" /><Relationship Type="http://schemas.openxmlformats.org/officeDocument/2006/relationships/slideLayout" Target="/ppt/slideLayouts/slideLayout5.xml" Id="Rca7f1c2c592a4253" /><Relationship Type="http://schemas.openxmlformats.org/officeDocument/2006/relationships/slideLayout" Target="/ppt/slideLayouts/slideLayout6.xml" Id="Rede3e08d9a1842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09104ce7bd4e70"/>
    <p:sldLayoutId xmlns:r="http://schemas.openxmlformats.org/officeDocument/2006/relationships" id="2147483650" r:id="Rf7479d0dc5fd43fd"/>
    <p:sldLayoutId xmlns:r="http://schemas.openxmlformats.org/officeDocument/2006/relationships" id="2147483651" r:id="R7cda0a40f26f4161"/>
    <p:sldLayoutId xmlns:r="http://schemas.openxmlformats.org/officeDocument/2006/relationships" id="2147483652" r:id="Re0b42bde66174d61"/>
    <p:sldLayoutId xmlns:r="http://schemas.openxmlformats.org/officeDocument/2006/relationships" id="2147483653" r:id="Rca7f1c2c592a4253"/>
    <p:sldLayoutId xmlns:r="http://schemas.openxmlformats.org/officeDocument/2006/relationships" id="2147483654" r:id="Rede3e08d9a1842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a0e83a8d94ac5" /><Relationship Type="http://schemas.openxmlformats.org/officeDocument/2006/relationships/image" Target="/ppt/media/image.png" Id="Rc9f6033c5d184fe8" /><Relationship Type="http://schemas.openxmlformats.org/officeDocument/2006/relationships/notesSlide" Target="/ppt/notesSlides/notesSlide1.xml" Id="R57ff14b6366b43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f11b6df3874192" /><Relationship Type="http://schemas.openxmlformats.org/officeDocument/2006/relationships/image" Target="/ppt/media/image2.png" Id="Rc42ca3fd926d49d6" /><Relationship Type="http://schemas.openxmlformats.org/officeDocument/2006/relationships/notesSlide" Target="/ppt/notesSlides/notesSlide2.xml" Id="R838926cfa87c45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94318d322c42a5" /><Relationship Type="http://schemas.openxmlformats.org/officeDocument/2006/relationships/image" Target="/ppt/media/image3.png" Id="Rcaf0cb9931b2416e" /><Relationship Type="http://schemas.openxmlformats.org/officeDocument/2006/relationships/notesSlide" Target="/ppt/notesSlides/notesSlide3.xml" Id="R68c01ec7f94643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6e260d56a4035" /><Relationship Type="http://schemas.openxmlformats.org/officeDocument/2006/relationships/notesSlide" Target="/ppt/notesSlides/notesSlide4.xml" Id="R236cb13a354f42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7683698c7b4261" /><Relationship Type="http://schemas.openxmlformats.org/officeDocument/2006/relationships/image" Target="/ppt/media/image4.png" Id="R5415673a7ecc4a6d" /><Relationship Type="http://schemas.openxmlformats.org/officeDocument/2006/relationships/notesSlide" Target="/ppt/notesSlides/notesSlide5.xml" Id="R448aad232ba04e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d0d4220154278" /><Relationship Type="http://schemas.openxmlformats.org/officeDocument/2006/relationships/notesSlide" Target="/ppt/notesSlides/notesSlide6.xml" Id="Rec3f9cedc1dc4f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cd0b9435534cbf" /><Relationship Type="http://schemas.openxmlformats.org/officeDocument/2006/relationships/image" Target="/ppt/media/image5.png" Id="R067a39cfc4f94449" /><Relationship Type="http://schemas.openxmlformats.org/officeDocument/2006/relationships/notesSlide" Target="/ppt/notesSlides/notesSlide7.xml" Id="R36f5e962839b4b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3cd488cc44076" /><Relationship Type="http://schemas.openxmlformats.org/officeDocument/2006/relationships/notesSlide" Target="/ppt/notesSlides/notesSlide8.xml" Id="R78b634bfa81544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aa0f9483a24475" /><Relationship Type="http://schemas.openxmlformats.org/officeDocument/2006/relationships/notesSlide" Target="/ppt/notesSlides/notesSlide9.xml" Id="R40eba43f072b43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69152ced34cd5" /><Relationship Type="http://schemas.openxmlformats.org/officeDocument/2006/relationships/notesSlide" Target="/ppt/notesSlides/notesSlide10.xml" Id="R2a4c76aa1b8340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17EB4-927E-475C-AC4C-BB38D7B5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DC9"/>
                </a:solidFill>
                <a:latin typeface="Arial"/>
                <a:ea typeface="Arial"/>
                <a:cs typeface="Arial"/>
              </a:rPr>
              <a:t>01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D2A0E-B78C-4562-BF20-0DC595CA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D4C5"/>
                </a:solidFill>
                <a:latin typeface="Arial"/>
                <a:ea typeface="Arial"/>
                <a:cs typeface="Arial"/>
              </a:rPr>
              <a:t>MAILDESK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CC5E5-1F8F-40D1-8ACA-71FC848C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905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Email Management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E2E54-1E54-4CEE-A007-029C0195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61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7D8DE"/>
                </a:solidFill>
                <a:latin typeface="Arial"/>
                <a:ea typeface="Arial"/>
                <a:cs typeface="Arial"/>
              </a:rPr>
              <a:t>A Java desktop client for Gmail</a:t>
            </a:r>
          </a:p>
          <a:p xmlns:a="http://schemas.openxmlformats.org/drawingml/2006/main">
            <a:pPr>
              <a:defRPr sz="21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7D8DE"/>
                </a:solidFill>
                <a:latin typeface="Arial"/>
                <a:ea typeface="Arial"/>
                <a:cs typeface="Arial"/>
              </a:rPr>
              <a:t>with MySQL storage and spam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41F92-4593-40D0-BB24-46FC6194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8BD4C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8BD4C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8BD4C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8BD4C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8BD4C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8BD4C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8BD4C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8BD4C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8BD4C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8BD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8BD4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BD4C5"/>
                </a:solidFill>
                <a:latin typeface="Arial"/>
                <a:ea typeface="Arial"/>
                <a:cs typeface="Arial"/>
              </a:rPr>
              <a:t>Java Swing   JDBC   MySQL   Gmail API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C5BAE-6FEB-421F-A8CC-7DDC90758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6033c5d184fe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05625" y="1723185"/>
            <a:ext cx="4762500" cy="30115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538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F28FA-D737-42B4-9203-1D0CEA12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9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Problem and 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81BFA-5D58-4F22-94FE-F87497F5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9FA01-A103-4019-A1CA-4EDD412A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3B71F-EC28-4F23-BF50-4ECECEE9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240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A simpler email workspace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03ACD-9792-48C1-8094-A7C050A0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Read, search and compose in one desktop application.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7E19F-6FD3-414F-ACD8-38A959D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6FCA1-A8E1-4964-97D1-1CCE2E9E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Clear spam explanations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BD78D-113A-42C4-AB75-8EDF9168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147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Review the signals behind each suspicious message.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5E754-497F-41B5-9C80-23A0820E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A57D3-6A80-4F48-B458-796F1E87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862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Persistent mailbox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06BC9-4A79-4BEB-A082-A726A87D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9582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Keep messages and user corrections in MySQL.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8F044-2786-465E-AE63-1F9D6C4BDB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ca3fd926d49d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48500" y="2135841"/>
            <a:ext cx="4572000" cy="28911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5710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46C2A-F67C-4704-8A3C-00D1A4F1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9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Main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7DD85-ECD6-42BF-AE0E-57760F4C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C0567-8029-4DF7-AC93-C28D8ED622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0cb9931b2416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1141" y="1381125"/>
            <a:ext cx="7380767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A57E0-2B28-4A60-8734-8D9EE438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7162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Gmail connection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03F76-562B-4590-B080-212921B1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002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Google authorization</a:t>
            </a:r>
          </a:p>
          <a:p xmlns:a="http://schemas.openxmlformats.org/drawingml/2006/main">
            <a: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in the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BE1D4-A1B6-44B2-8CFD-B253560C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480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Mailbox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F50A3-34CD-456E-8DB9-C78CF8D3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76625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Inbox, Sent, Gmail Spam</a:t>
            </a:r>
          </a:p>
          <a:p xmlns:a="http://schemas.openxmlformats.org/drawingml/2006/main">
            <a: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and Suspected Spam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7DFC9-2323-429E-A573-7DAF6A1F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52437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Daily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E825F-81EA-4817-8C0F-0F6EE351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5300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Refresh, cached search,</a:t>
            </a:r>
          </a:p>
          <a:p xmlns:a="http://schemas.openxmlformats.org/drawingml/2006/main">
            <a:pPr>
              <a:defRPr sz="18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read and compose</a:t>
            </a:r>
          </a:p>
        </p:txBody>
      </p:sp>
    </p:spTree>
    <p:extLst>
      <p:ext uri="{BB962C8B-B14F-4D97-AF65-F5344CB8AC3E}">
        <p14:creationId xmlns:p14="http://schemas.microsoft.com/office/powerpoint/2010/main" val="20898007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23203-BA87-46E5-99DB-B99ECA3A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9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Technology and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596BA-9C84-46BA-B96E-EFF91A2C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41DF8-562C-4145-A866-FC9B93C080FF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53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333750"/>
                <a:gridCol w="552450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Interface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Java 17 and Swing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Screens and user actions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Application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EmailService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Account and workflow 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Email access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Gmail API and OAuth 2.0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Read, send and update Gmail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Persistence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JDBC and MySQL 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Messages, labels and feedback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1929B-2ADD-4343-987F-224C727B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The service layer connects the interface to both Gmail and the local database.</a:t>
            </a:r>
          </a:p>
        </p:txBody>
      </p:sp>
    </p:spTree>
    <p:extLst>
      <p:ext uri="{BB962C8B-B14F-4D97-AF65-F5344CB8AC3E}">
        <p14:creationId xmlns:p14="http://schemas.microsoft.com/office/powerpoint/2010/main" val="14452803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EF0AB-C4D1-41A4-B97D-D490108F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9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Application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15AA7-F791-41CD-BB9F-681D1B64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50994-BA47-4AD7-96C5-99DC1620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C26C8-63E3-497E-9C07-D9DAB462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81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Connect Gmail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4FF28-A0FC-4E9A-8187-B3C87613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907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Approve access in Google’s browser window.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2C370-E2E4-42BC-8715-9178FBBB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89784-D547-4AAC-9269-D9F0EEA6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Refresh and analyze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7E9D7-2224-4A2E-83EB-B2E1E261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8132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Fetch mail, update MySQL and run spam rules.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A212B-0370-4980-97A1-58A10E55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34EA8-4543-44A0-A537-616F43B4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623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Manage messages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DA494-5541-4E0A-AD16-4E6701CA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719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Read, search, compose or correct a classification.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E81F5-3D1A-48B1-9DC1-D9A81ED2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628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Gmail remains the source of truth for mailbox contents.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C27BA-FED5-498A-BC2E-88DF98470D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5673a7ecc4a6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77125" y="1810472"/>
            <a:ext cx="3952875" cy="37133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8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A193A-1C9D-4747-A542-4528E4E6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9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B04DB-020E-4FBE-A7C1-CB46B0FA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8115B-7635-40DF-B3FF-F558353F91C7}"/>
              </a:ext>
            </a:extLst>
          </p:cNvPr>
          <p:cNvGraphicFramePr/>
          <p:nvPr/>
        </p:nvGraphicFramePr>
        <p:xfrm>
          <a:off xmlns:a="http://schemas.openxmlformats.org/drawingml/2006/main" x="609600" y="136207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3900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Table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Stored information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accounts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Connected account and email address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messages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Sender, subject, body and received time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message_recipients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Recipient addresses for each message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message_labels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Gmail folder and read-status labels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spam_results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Rule score, classification and reasons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spam_feedback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The user’s saved corrections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blocked_senders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Blocked addresses for each account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A440A-527F-4FB5-ACAC-FBFACB25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Message key: account_id + gmail_message_id</a:t>
            </a:r>
          </a:p>
        </p:txBody>
      </p:sp>
    </p:spTree>
    <p:extLst>
      <p:ext uri="{BB962C8B-B14F-4D97-AF65-F5344CB8AC3E}">
        <p14:creationId xmlns:p14="http://schemas.microsoft.com/office/powerpoint/2010/main" val="4379754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34A0F-D194-460B-8462-CB91ADEE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9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Explainable spam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82227-5A4D-40E3-ABB4-8E7CC5F5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EEDDC-4999-484D-9CD9-A12E1E10C924}"/>
              </a:ext>
            </a:extLst>
          </p:cNvPr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50482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71450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Score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Blocked sender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+50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Each suspicious phrase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+20, up to 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At least five links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+15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Urgent subject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+10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F31E9-2A34-43A5-9FA9-D31A5724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A score of 50 or more</a:t>
            </a:r>
          </a:p>
          <a:p xmlns:a="http://schemas.openxmlformats.org/drawingml/2006/main">
            <a:pPr>
              <a:defRPr sz="22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flags a message for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036C8-4914-443D-AB01-07025F02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191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User corrections override the rules.</a:t>
            </a:r>
          </a:p>
          <a:p xmlns:a="http://schemas.openxmlformats.org/drawingml/2006/main">
            <a: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Automatic analysis keeps Gmail labels unchanged.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7BEAB-8116-4F85-8ED4-37FB1F487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a39cfc4f9444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91250" y="1818435"/>
            <a:ext cx="5410200" cy="342115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A95AC-7CE1-4F08-8902-07EB8E08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Rule scores are heuristic, rather than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2131005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4F3F8-3E44-4B20-96C0-FBCCE305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9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Three-member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0BF1F-0BB5-471E-A793-60DDAA55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3B02A-4192-408C-8A08-98E27996F178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537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571875"/>
                <a:gridCol w="5572125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Member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Deliverables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Member 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Swing interface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Mailbox screens, reader and compose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Member 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Gmail and application logic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OAuth, API access and service integration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Member 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Database and spam detection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Schema, JDBC, scoring and saved feedback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5A804-C7F1-4A9F-9A36-E7FA703C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Shared Java models and interfaces connect all three modules.</a:t>
            </a:r>
          </a:p>
        </p:txBody>
      </p:sp>
    </p:spTree>
    <p:extLst>
      <p:ext uri="{BB962C8B-B14F-4D97-AF65-F5344CB8AC3E}">
        <p14:creationId xmlns:p14="http://schemas.microsoft.com/office/powerpoint/2010/main" val="1842484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D1218-B252-48ED-BA27-4CAE2785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9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Testing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8535B-333A-4B73-A940-D69E3295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30522-455E-4BC9-A104-645B56D5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AACD5-330B-4751-8157-94F9A2BE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JUnit tests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F67A0-363F-4712-8697-6F59BD53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3811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defPPr>
            <a:lvl1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1pPr>
            <a:lvl2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2pPr>
            <a:lvl3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3pPr>
            <a:lvl4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4pPr>
            <a:lvl5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5pPr>
            <a:lvl6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6pPr>
            <a:lvl7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7pPr>
            <a:lvl8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8pPr>
            <a:lvl9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7E0AD-843B-4331-AFEA-3A7B80FF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24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Interface and contract checks passed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20FC5-567E-49D8-A457-9D68F258C803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5375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</a:tblGrid>
              <a:tr h="48815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Verified area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Database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Real MySQL round trip and persistent corrections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Gmail integration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Local HTTP tests for OAuth, MIME and pagination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Interface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Search, compose, error recovery and background work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C1455-9D7E-4AFB-8F12-8CB2C045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174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83"/>
                </a:solidFill>
                <a:latin typeface="Arial"/>
                <a:ea typeface="Arial"/>
                <a:cs typeface="Arial"/>
              </a:rPr>
              <a:t>Live Gmail sign-in and delivery still need validation with the user’s OAuth client.</a:t>
            </a:r>
          </a:p>
        </p:txBody>
      </p:sp>
    </p:spTree>
    <p:extLst>
      <p:ext uri="{BB962C8B-B14F-4D97-AF65-F5344CB8AC3E}">
        <p14:creationId xmlns:p14="http://schemas.microsoft.com/office/powerpoint/2010/main" val="988525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2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6192E-5C76-4D2B-BCCD-61610EFE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"/>
            <a:ext cx="1099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status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6C4ED-606F-4F29-9F79-3BCBC703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7CD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DC9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2F000-E4ED-4A93-B836-061024D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8BD4C5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099F4-28BB-479E-B4EE-B13893B3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Integrated desktop application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Persistent MySQL cache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Spam scoring and user corrections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475A8-94EC-401B-9531-D75669BC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5716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8BD4C5"/>
                </a:solidFill>
                <a:latin typeface="Arial"/>
                <a:ea typeface="Arial"/>
                <a:cs typeface="Arial"/>
              </a:rPr>
              <a:t>Remaining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192B1-8D66-4A76-95FE-F26F2B94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810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Google Desktop OAuth JSON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 consent and a live Gmail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EDE33-7E98-4227-803D-6545922C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BD4C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BD4C5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7990A-606B-430A-80A9-03D2EB29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7D8DE"/>
                </a:solidFill>
                <a:latin typeface="Arial"/>
                <a:ea typeface="Arial"/>
                <a:cs typeface="Arial"/>
              </a:rPr>
              <a:t>Attachments, rich-text compose, background sync and a trained spam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C2D6A-7D02-4225-9962-A9865D3B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7D8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8DE"/>
                </a:solidFill>
                <a:latin typeface="Arial"/>
                <a:ea typeface="Arial"/>
                <a:cs typeface="Arial"/>
              </a:rPr>
              <a:t>github.com/Sanjay-AI-ML/email-management-work</a:t>
            </a:r>
          </a:p>
        </p:txBody>
      </p:sp>
    </p:spTree>
    <p:extLst>
      <p:ext uri="{BB962C8B-B14F-4D97-AF65-F5344CB8AC3E}">
        <p14:creationId xmlns:p14="http://schemas.microsoft.com/office/powerpoint/2010/main" val="50355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2026-10-20T18:37:17.2310000Z</dcterms:created>
  <dcterms:modified xsi:type="dcterms:W3CDTF">2026-10-20T18:37:17.2310000Z</dcterms:modified>
</coreProperties>
</file>