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bbb1ad07c14f05" /><Relationship Type="http://schemas.openxmlformats.org/officeDocument/2006/relationships/extended-properties" Target="/docProps/app.xml" Id="R1030c7930aca44f0" /><Relationship Type="http://schemas.openxmlformats.org/officeDocument/2006/relationships/officeDocument" Target="/ppt/presentation.xml" Id="R3d58da3584244a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12c9f2ba554997"/>
  </p:sldMasterIdLst>
  <p:notesMasterIdLst>
    <p:notesMasterId xmlns:r="http://schemas.openxmlformats.org/officeDocument/2006/relationships" r:id="R5308beffd53e4087"/>
  </p:notesMasterIdLst>
  <p:sldIdLst>
    <p:sldId xmlns:r="http://schemas.openxmlformats.org/officeDocument/2006/relationships" id="256" r:id="Ra4572065f028430c"/>
    <p:sldId xmlns:r="http://schemas.openxmlformats.org/officeDocument/2006/relationships" id="257" r:id="R5c9b4544894e4637"/>
    <p:sldId xmlns:r="http://schemas.openxmlformats.org/officeDocument/2006/relationships" id="258" r:id="R2f8b16ccdc59459a"/>
    <p:sldId xmlns:r="http://schemas.openxmlformats.org/officeDocument/2006/relationships" id="259" r:id="R3eb466d9f99848f1"/>
    <p:sldId xmlns:r="http://schemas.openxmlformats.org/officeDocument/2006/relationships" id="260" r:id="R111c04619bae4048"/>
    <p:sldId xmlns:r="http://schemas.openxmlformats.org/officeDocument/2006/relationships" id="261" r:id="Rda7930d552164007"/>
    <p:sldId xmlns:r="http://schemas.openxmlformats.org/officeDocument/2006/relationships" id="262" r:id="R8ceee71a69224454"/>
    <p:sldId xmlns:r="http://schemas.openxmlformats.org/officeDocument/2006/relationships" id="263" r:id="R19919b72068f4041"/>
    <p:sldId xmlns:r="http://schemas.openxmlformats.org/officeDocument/2006/relationships" id="264" r:id="R5244185dd06b4568"/>
    <p:sldId xmlns:r="http://schemas.openxmlformats.org/officeDocument/2006/relationships" id="265" r:id="Rcdfbf776de644a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2176aa2e74439d" /><Relationship Type="http://schemas.openxmlformats.org/officeDocument/2006/relationships/slideMaster" Target="/ppt/slideMasters/slideMaster1.xml" Id="R2a12c9f2ba554997" /><Relationship Type="http://schemas.openxmlformats.org/officeDocument/2006/relationships/notesMaster" Target="/ppt/notesMasters/notesMaster1.xml" Id="R5308beffd53e4087" /><Relationship Type="http://schemas.openxmlformats.org/officeDocument/2006/relationships/presProps" Target="/ppt/presProps.xml" Id="R38bcb772da29410c" /><Relationship Type="http://schemas.openxmlformats.org/officeDocument/2006/relationships/tableStyles" Target="/ppt/tableStyles.xml" Id="R1d9bfabe9d544bb8" /><Relationship Type="http://schemas.openxmlformats.org/officeDocument/2006/relationships/slide" Target="/ppt/slides/slide1.xml" Id="Ra4572065f028430c" /><Relationship Type="http://schemas.openxmlformats.org/officeDocument/2006/relationships/slide" Target="/ppt/slides/slide2.xml" Id="R5c9b4544894e4637" /><Relationship Type="http://schemas.openxmlformats.org/officeDocument/2006/relationships/slide" Target="/ppt/slides/slide3.xml" Id="R2f8b16ccdc59459a" /><Relationship Type="http://schemas.openxmlformats.org/officeDocument/2006/relationships/slide" Target="/ppt/slides/slide4.xml" Id="R3eb466d9f99848f1" /><Relationship Type="http://schemas.openxmlformats.org/officeDocument/2006/relationships/slide" Target="/ppt/slides/slide5.xml" Id="R111c04619bae4048" /><Relationship Type="http://schemas.openxmlformats.org/officeDocument/2006/relationships/slide" Target="/ppt/slides/slide6.xml" Id="Rda7930d552164007" /><Relationship Type="http://schemas.openxmlformats.org/officeDocument/2006/relationships/slide" Target="/ppt/slides/slide7.xml" Id="R8ceee71a69224454" /><Relationship Type="http://schemas.openxmlformats.org/officeDocument/2006/relationships/slide" Target="/ppt/slides/slide8.xml" Id="R19919b72068f4041" /><Relationship Type="http://schemas.openxmlformats.org/officeDocument/2006/relationships/slide" Target="/ppt/slides/slide9.xml" Id="R5244185dd06b4568" /><Relationship Type="http://schemas.openxmlformats.org/officeDocument/2006/relationships/slide" Target="/ppt/slides/slide10.xml" Id="Rcdfbf776de644a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1b0b40a1d044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266143376149ec" /><Relationship Type="http://schemas.openxmlformats.org/officeDocument/2006/relationships/notesMaster" Target="/ppt/notesMasters/notesMaster1.xml" Id="R477c6d1a8163456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8cbba239bb4d6f" /><Relationship Type="http://schemas.openxmlformats.org/officeDocument/2006/relationships/notesMaster" Target="/ppt/notesMasters/notesMaster1.xml" Id="R3c04dd91974048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e8c2481515498b" /><Relationship Type="http://schemas.openxmlformats.org/officeDocument/2006/relationships/notesMaster" Target="/ppt/notesMasters/notesMaster1.xml" Id="R5f3373a0c4e946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aa71ef0f8f405c" /><Relationship Type="http://schemas.openxmlformats.org/officeDocument/2006/relationships/notesMaster" Target="/ppt/notesMasters/notesMaster1.xml" Id="R5e74e87ea04541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9df4235b644b3d" /><Relationship Type="http://schemas.openxmlformats.org/officeDocument/2006/relationships/notesMaster" Target="/ppt/notesMasters/notesMaster1.xml" Id="R42e2b0167ed14b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6e1e2bd103413e" /><Relationship Type="http://schemas.openxmlformats.org/officeDocument/2006/relationships/notesMaster" Target="/ppt/notesMasters/notesMaster1.xml" Id="Ra3df0c3518664d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585b98105f4c01" /><Relationship Type="http://schemas.openxmlformats.org/officeDocument/2006/relationships/notesMaster" Target="/ppt/notesMasters/notesMaster1.xml" Id="Rf0b06bc3d99a4f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060406fe4645e7" /><Relationship Type="http://schemas.openxmlformats.org/officeDocument/2006/relationships/notesMaster" Target="/ppt/notesMasters/notesMaster1.xml" Id="Rce4e798e2b7f44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faca6799ea46bb" /><Relationship Type="http://schemas.openxmlformats.org/officeDocument/2006/relationships/notesMaster" Target="/ppt/notesMasters/notesMaster1.xml" Id="R4bbf85492a1c45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e633f5983c40c3" /><Relationship Type="http://schemas.openxmlformats.org/officeDocument/2006/relationships/notesMaster" Target="/ppt/notesMasters/notesMaster1.xml" Id="R788964ddf0f14f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slide image produced using built-in image_gen. The text is part of the image. Source: project README, MEMBER2.md, MEMBER3_REVIEW.md and sql/schema.sql. Real Gmail still requires Desktop OAuth setup and validation. Individual PNG and exact generation prompt saved in presentation/generated-images.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slide image produced using built-in image_gen. The text is part of the image. Source: project README, MEMBER2.md, MEMBER3_REVIEW.md and sql/schema.sql. Real Gmail still requires Desktop OAuth setup and validation. Individual PNG and exact generation prompt saved in presentation/generated-images.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slide image produced using built-in image_gen. The text is part of the image. Source: project README, MEMBER2.md, MEMBER3_REVIEW.md and sql/schema.sql. Real Gmail still requires Desktop OAuth setup and validation. Individual PNG and exact generation prompt saved in presentation/generated-images.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slide image produced using built-in image_gen. The text is part of the image. Source: project README, MEMBER2.md, MEMBER3_REVIEW.md and sql/schema.sql. Real Gmail still requires Desktop OAuth setup and validation. Individual PNG and exact generation prompt saved in presentation/generated-images.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slide image produced using built-in image_gen. The text is part of the image. Source: project README, MEMBER2.md, MEMBER3_REVIEW.md and sql/schema.sql. Real Gmail still requires Desktop OAuth setup and validation. Individual PNG and exact generation prompt saved in presentation/generated-images.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slide image produced using built-in image_gen. The text is part of the image. Source: project README, MEMBER2.md, MEMBER3_REVIEW.md and sql/schema.sql. Real Gmail still requires Desktop OAuth setup and validation. Individual PNG and exact generation prompt saved in presentation/generated-images.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slide image produced using built-in image_gen. The text is part of the image. Source: project README, MEMBER2.md, MEMBER3_REVIEW.md and sql/schema.sql. Real Gmail still requires Desktop OAuth setup and validation. Individual PNG and exact generation prompt saved in presentation/generated-images.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slide image produced using built-in image_gen. The text is part of the image. Source: project README, MEMBER2.md, MEMBER3_REVIEW.md and sql/schema.sql. Real Gmail still requires Desktop OAuth setup and validation. Individual PNG and exact generation prompt saved in presentation/generated-images.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slide image produced using built-in image_gen. The text is part of the image. Source: project README, MEMBER2.md, MEMBER3_REVIEW.md and sql/schema.sql. Real Gmail still requires Desktop OAuth setup and validation. Individual PNG and exact generation prompt saved in presentation/generated-images.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AI-generated slide image produced using built-in image_gen. The text is part of the image. Source: project README, MEMBER2.md, MEMBER3_REVIEW.md and sql/schema.sql. Real Gmail still requires Desktop OAuth setup and validation. Individual PNG and exact generation prompt saved in presentation/generated-images.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d7503690d845e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e2decbd8c049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788ced3857440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8b2319875418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0b04629e8846c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20e0152ba54b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F932D5-8ABA-4D98-839B-7672B906A0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D887FD1-BAF2-42F9-ACC6-BF4838080C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D82E5BF-C5D8-4DD5-A54F-B0B3A5A7D4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2250CF-E1F7-402A-AFE3-EB941EBD1B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E867172-E01B-49F3-8873-6F4FF6399F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D5FF396-1B82-4FC2-998B-2BA8D0E599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82D7226-842D-4E2D-A122-D0715D8360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61899B3-5473-4964-AA78-A47BC0AC5A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708A49-F84B-45E8-81A8-3FD2CFD99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12A87F6-38E0-49B1-81C7-C2A32E6BE7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7b9175be4a4b4e" /><Relationship Type="http://schemas.openxmlformats.org/officeDocument/2006/relationships/slideLayout" Target="/ppt/slideLayouts/slideLayout1.xml" Id="Ra2aaf865f71643b7" /><Relationship Type="http://schemas.openxmlformats.org/officeDocument/2006/relationships/slideLayout" Target="/ppt/slideLayouts/slideLayout2.xml" Id="R1bdc4dbd4bd24e63" /><Relationship Type="http://schemas.openxmlformats.org/officeDocument/2006/relationships/slideLayout" Target="/ppt/slideLayouts/slideLayout3.xml" Id="R8e92026cde2247b3" /><Relationship Type="http://schemas.openxmlformats.org/officeDocument/2006/relationships/slideLayout" Target="/ppt/slideLayouts/slideLayout4.xml" Id="Recc90ff2183c4d2d" /><Relationship Type="http://schemas.openxmlformats.org/officeDocument/2006/relationships/slideLayout" Target="/ppt/slideLayouts/slideLayout5.xml" Id="Raec0a24d72ac4115" /><Relationship Type="http://schemas.openxmlformats.org/officeDocument/2006/relationships/slideLayout" Target="/ppt/slideLayouts/slideLayout6.xml" Id="R1a9fc3e93ac04f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aaf865f71643b7"/>
    <p:sldLayoutId xmlns:r="http://schemas.openxmlformats.org/officeDocument/2006/relationships" id="2147483650" r:id="R1bdc4dbd4bd24e63"/>
    <p:sldLayoutId xmlns:r="http://schemas.openxmlformats.org/officeDocument/2006/relationships" id="2147483651" r:id="R8e92026cde2247b3"/>
    <p:sldLayoutId xmlns:r="http://schemas.openxmlformats.org/officeDocument/2006/relationships" id="2147483652" r:id="Recc90ff2183c4d2d"/>
    <p:sldLayoutId xmlns:r="http://schemas.openxmlformats.org/officeDocument/2006/relationships" id="2147483653" r:id="Raec0a24d72ac4115"/>
    <p:sldLayoutId xmlns:r="http://schemas.openxmlformats.org/officeDocument/2006/relationships" id="2147483654" r:id="R1a9fc3e93ac04f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80c5b56db34d4d" /><Relationship Type="http://schemas.openxmlformats.org/officeDocument/2006/relationships/image" Target="/ppt/media/image.png" Id="R8dadf429d120474c" /><Relationship Type="http://schemas.openxmlformats.org/officeDocument/2006/relationships/notesSlide" Target="/ppt/notesSlides/notesSlide1.xml" Id="Ref6ae65daeaa48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179bfa449e4c74" /><Relationship Type="http://schemas.openxmlformats.org/officeDocument/2006/relationships/image" Target="/ppt/media/image2.png" Id="Ra14658c5c3654df2" /><Relationship Type="http://schemas.openxmlformats.org/officeDocument/2006/relationships/notesSlide" Target="/ppt/notesSlides/notesSlide2.xml" Id="Rc0024529ce6649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c6504170dc4ab6" /><Relationship Type="http://schemas.openxmlformats.org/officeDocument/2006/relationships/image" Target="/ppt/media/image3.png" Id="R9165207072184f03" /><Relationship Type="http://schemas.openxmlformats.org/officeDocument/2006/relationships/notesSlide" Target="/ppt/notesSlides/notesSlide3.xml" Id="R9bd9b7572ac740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c5f17044284a30" /><Relationship Type="http://schemas.openxmlformats.org/officeDocument/2006/relationships/image" Target="/ppt/media/image4.png" Id="R0d5a2b1ddeac4eb3" /><Relationship Type="http://schemas.openxmlformats.org/officeDocument/2006/relationships/notesSlide" Target="/ppt/notesSlides/notesSlide4.xml" Id="Rb1745aae62f94e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e0b690d80c41fe" /><Relationship Type="http://schemas.openxmlformats.org/officeDocument/2006/relationships/image" Target="/ppt/media/image5.png" Id="R109ccdea18cc464d" /><Relationship Type="http://schemas.openxmlformats.org/officeDocument/2006/relationships/notesSlide" Target="/ppt/notesSlides/notesSlide5.xml" Id="R94c072a126bf4b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9ae766c7014e0c" /><Relationship Type="http://schemas.openxmlformats.org/officeDocument/2006/relationships/image" Target="/ppt/media/image6.png" Id="R8163c7f0fbaf485b" /><Relationship Type="http://schemas.openxmlformats.org/officeDocument/2006/relationships/notesSlide" Target="/ppt/notesSlides/notesSlide6.xml" Id="R86a8d0ab4f2342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d03810207b4edf" /><Relationship Type="http://schemas.openxmlformats.org/officeDocument/2006/relationships/image" Target="/ppt/media/image7.png" Id="R53261db8b6e34002" /><Relationship Type="http://schemas.openxmlformats.org/officeDocument/2006/relationships/notesSlide" Target="/ppt/notesSlides/notesSlide7.xml" Id="Rb049b20567ec4b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0344082b03490d" /><Relationship Type="http://schemas.openxmlformats.org/officeDocument/2006/relationships/image" Target="/ppt/media/image8.png" Id="R3296971400064e27" /><Relationship Type="http://schemas.openxmlformats.org/officeDocument/2006/relationships/notesSlide" Target="/ppt/notesSlides/notesSlide8.xml" Id="R242c5deec83c45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6f8183e6c14e4c" /><Relationship Type="http://schemas.openxmlformats.org/officeDocument/2006/relationships/image" Target="/ppt/media/image9.png" Id="R66d4d79422514a27" /><Relationship Type="http://schemas.openxmlformats.org/officeDocument/2006/relationships/notesSlide" Target="/ppt/notesSlides/notesSlide9.xml" Id="R4db7c6fb070a43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6f36fbeae54322" /><Relationship Type="http://schemas.openxmlformats.org/officeDocument/2006/relationships/image" Target="/ppt/media/image10.png" Id="R18772ad12e7843f7" /><Relationship Type="http://schemas.openxmlformats.org/officeDocument/2006/relationships/notesSlide" Target="/ppt/notesSlides/notesSlide10.xml" Id="Rf2e0048d7f954d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C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61231-0F3F-4CF0-AD1A-5345E9BE74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df429d120474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169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B3485-6E27-4C83-B1DC-2EDD379237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658c5c3654df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52DF1-AD8C-4827-8D8C-2A8AB29782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5207072184f0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1823"/>
            <a:ext cx="12192000" cy="68543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5803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75031-8727-46FB-B079-596353877A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a2b1ddeac4eb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850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3FB3A-DEAA-483C-A991-3374BAD899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ccdea18cc464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5495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D4E8B-1813-4354-9922-CFDB8C99E9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3c7f0fbaf485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9550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CE536-9D58-4671-B224-25431F42D5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61db8b6e3400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226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FCFD39-C23E-4612-931D-A0C42BB4B1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6971400064e2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09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C37EAB-12B3-4B20-B571-7929943D3C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4d79422514a2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479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2C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9186D-D200-466F-A0EC-7336C41F36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72ad12e7843f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3455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2026-10-20T18:55:46.7350000Z</dcterms:created>
  <dcterms:modified xsi:type="dcterms:W3CDTF">2026-10-20T18:55:46.7350000Z</dcterms:modified>
</coreProperties>
</file>